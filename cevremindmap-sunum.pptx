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</p:sldIdLst>
  <p:notesMasterIdLst>
    <p:notesMasterId r:id="rId48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notesMaster" Target="notesMasters/notesMaster1.xml"/><Relationship Id="rId49" Type="http://schemas.openxmlformats.org/officeDocument/2006/relationships/presProps" Target="presProps.xml"/><Relationship Id="rId50" Type="http://schemas.openxmlformats.org/officeDocument/2006/relationships/viewProps" Target="viewProps.xml"/><Relationship Id="rId51" Type="http://schemas.openxmlformats.org/officeDocument/2006/relationships/theme" Target="theme/theme1.xml"/><Relationship Id="rId5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0"/>
            <a:ext cx="9144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000" dirty="0">
                <a:solidFill>
                  <a:srgbClr val="000000"/>
                </a:solidFill>
              </a:rPr>
              <a:t>çevre kirliliği ve çözüm yolları</a:t>
            </a:r>
            <a:endParaRPr lang="en-US" sz="3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718820"/>
            <a:ext cx="9144000" cy="61391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0"/>
            <a:ext cx="9144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000" dirty="0">
                <a:solidFill>
                  <a:srgbClr val="000000"/>
                </a:solidFill>
              </a:rPr>
              <a:t>çevre kirliliği ve çözüm yolları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0" y="914400"/>
            <a:ext cx="91440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Kirlilik Türleri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0" y="1231900"/>
            <a:ext cx="91440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Temel Nedenler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0" y="1549400"/>
            <a:ext cx="91440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Çözüm Önerileri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0" y="1866900"/>
            <a:ext cx="91440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Sonuç ve Değerlendirme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0" y="2184400"/>
            <a:ext cx="91440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Ek Öneriler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0"/>
            <a:ext cx="9144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000" dirty="0">
                <a:solidFill>
                  <a:srgbClr val="000000"/>
                </a:solidFill>
              </a:rPr>
              <a:t>Kirlilik Türleri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0" y="914400"/>
            <a:ext cx="91440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Toprak Kirliliği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0" y="1231900"/>
            <a:ext cx="91440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Su Kirliliği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0" y="1549400"/>
            <a:ext cx="91440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Hava Kirliliği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0"/>
            <a:ext cx="9144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000" dirty="0">
                <a:solidFill>
                  <a:srgbClr val="000000"/>
                </a:solidFill>
              </a:rPr>
              <a:t>Toprak Kirliliği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0" y="914400"/>
            <a:ext cx="91440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Ağır Metaller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0" y="1231900"/>
            <a:ext cx="91440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Tarım İlaçları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0"/>
            <a:ext cx="9144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000" dirty="0">
                <a:solidFill>
                  <a:srgbClr val="000000"/>
                </a:solidFill>
              </a:rPr>
              <a:t>Ağır Metaller</a:t>
            </a:r>
            <a:endParaRPr lang="en-US" sz="3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0"/>
            <a:ext cx="9144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000" dirty="0">
                <a:solidFill>
                  <a:srgbClr val="000000"/>
                </a:solidFill>
              </a:rPr>
              <a:t>Tarım İlaçları</a:t>
            </a:r>
            <a:endParaRPr lang="en-US" sz="3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0"/>
            <a:ext cx="9144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000" dirty="0">
                <a:solidFill>
                  <a:srgbClr val="000000"/>
                </a:solidFill>
              </a:rPr>
              <a:t>Su Kirliliği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0" y="914400"/>
            <a:ext cx="91440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Plastik Atıklar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0" y="1231900"/>
            <a:ext cx="91440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Endüstriyel  Atık Sular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0"/>
            <a:ext cx="9144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000" dirty="0">
                <a:solidFill>
                  <a:srgbClr val="000000"/>
                </a:solidFill>
              </a:rPr>
              <a:t>Plastik Atıklar</a:t>
            </a:r>
            <a:endParaRPr lang="en-US" sz="3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0"/>
            <a:ext cx="9144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000" dirty="0">
                <a:solidFill>
                  <a:srgbClr val="000000"/>
                </a:solidFill>
              </a:rPr>
              <a:t>Endüstriyel  Atık Sular</a:t>
            </a:r>
            <a:endParaRPr lang="en-US" sz="3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0"/>
            <a:ext cx="9144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000" dirty="0">
                <a:solidFill>
                  <a:srgbClr val="000000"/>
                </a:solidFill>
              </a:rPr>
              <a:t>Hava Kirliliği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0" y="914400"/>
            <a:ext cx="91440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Fabrika Emisyonları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0" y="1231900"/>
            <a:ext cx="91440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Egzoz Gazları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0"/>
            <a:ext cx="9144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000" dirty="0">
                <a:solidFill>
                  <a:srgbClr val="000000"/>
                </a:solidFill>
              </a:rPr>
              <a:t>Fabrika Emisyonları</a:t>
            </a:r>
            <a:endParaRPr lang="en-US" sz="3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0"/>
            <a:ext cx="9144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000" dirty="0">
                <a:solidFill>
                  <a:srgbClr val="000000"/>
                </a:solidFill>
              </a:rPr>
              <a:t>Egzoz Gazları</a:t>
            </a:r>
            <a:endParaRPr lang="en-US" sz="3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0"/>
            <a:ext cx="9144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000" dirty="0">
                <a:solidFill>
                  <a:srgbClr val="000000"/>
                </a:solidFill>
              </a:rPr>
              <a:t>Temel Nedenler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0" y="914400"/>
            <a:ext cx="91440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Endüstriyel Atıklar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0" y="1231900"/>
            <a:ext cx="91440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Fosil Yakıt Kullanımı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0" y="1549400"/>
            <a:ext cx="91440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Bilinçsiz Tüketim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0"/>
            <a:ext cx="9144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000" dirty="0">
                <a:solidFill>
                  <a:srgbClr val="000000"/>
                </a:solidFill>
              </a:rPr>
              <a:t>Endüstriyel Atıklar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0" y="914400"/>
            <a:ext cx="91440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Fabrika Atıkları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0" y="1231900"/>
            <a:ext cx="91440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Kimyasal Sızıntılar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0"/>
            <a:ext cx="9144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000" dirty="0">
                <a:solidFill>
                  <a:srgbClr val="000000"/>
                </a:solidFill>
              </a:rPr>
              <a:t>Fabrika Atıkları</a:t>
            </a:r>
            <a:endParaRPr lang="en-US" sz="3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0"/>
            <a:ext cx="9144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000" dirty="0">
                <a:solidFill>
                  <a:srgbClr val="000000"/>
                </a:solidFill>
              </a:rPr>
              <a:t>Kimyasal Sızıntılar</a:t>
            </a:r>
            <a:endParaRPr lang="en-US" sz="3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0"/>
            <a:ext cx="9144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000" dirty="0">
                <a:solidFill>
                  <a:srgbClr val="000000"/>
                </a:solidFill>
              </a:rPr>
              <a:t>Fosil Yakıt Kullanımı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0" y="914400"/>
            <a:ext cx="91440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Kömür Tüketimi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0" y="1231900"/>
            <a:ext cx="91440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Petrol Ürünleri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0"/>
            <a:ext cx="9144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000" dirty="0">
                <a:solidFill>
                  <a:srgbClr val="000000"/>
                </a:solidFill>
              </a:rPr>
              <a:t>Kömür Tüketimi</a:t>
            </a:r>
            <a:endParaRPr lang="en-US" sz="3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0"/>
            <a:ext cx="9144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000" dirty="0">
                <a:solidFill>
                  <a:srgbClr val="000000"/>
                </a:solidFill>
              </a:rPr>
              <a:t>Petrol Ürünleri</a:t>
            </a:r>
            <a:endParaRPr lang="en-US" sz="3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0"/>
            <a:ext cx="9144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000" dirty="0">
                <a:solidFill>
                  <a:srgbClr val="000000"/>
                </a:solidFill>
              </a:rPr>
              <a:t>Bilinçsiz Tüketim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0" y="914400"/>
            <a:ext cx="91440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Aşırı Ambalaj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0" y="1231900"/>
            <a:ext cx="91440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Plastik Kullanımı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0"/>
            <a:ext cx="9144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000" dirty="0">
                <a:solidFill>
                  <a:srgbClr val="000000"/>
                </a:solidFill>
              </a:rPr>
              <a:t>Aşırı Ambalaj</a:t>
            </a:r>
            <a:endParaRPr lang="en-US" sz="3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0"/>
            <a:ext cx="9144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000" dirty="0">
                <a:solidFill>
                  <a:srgbClr val="000000"/>
                </a:solidFill>
              </a:rPr>
              <a:t>Plastik Kullanımı</a:t>
            </a:r>
            <a:endParaRPr lang="en-US" sz="3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0"/>
            <a:ext cx="9144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000" dirty="0">
                <a:solidFill>
                  <a:srgbClr val="000000"/>
                </a:solidFill>
              </a:rPr>
              <a:t>Çözüm Önerileri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0" y="914400"/>
            <a:ext cx="91440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Bireysel Farkındalık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0" y="1231900"/>
            <a:ext cx="91440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Yenilenebilir Enerji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0" y="1549400"/>
            <a:ext cx="91440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Geri Dönüşüm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0"/>
            <a:ext cx="9144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000" dirty="0">
                <a:solidFill>
                  <a:srgbClr val="000000"/>
                </a:solidFill>
              </a:rPr>
              <a:t>Bireysel Farkındalık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0" y="914400"/>
            <a:ext cx="91440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Sürdürülebilir Yaşam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0" y="1231900"/>
            <a:ext cx="91440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Eğitim Programları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0"/>
            <a:ext cx="9144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000" dirty="0">
                <a:solidFill>
                  <a:srgbClr val="000000"/>
                </a:solidFill>
              </a:rPr>
              <a:t>Sürdürülebilir Yaşam</a:t>
            </a:r>
            <a:endParaRPr lang="en-US" sz="3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0"/>
            <a:ext cx="9144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000" dirty="0">
                <a:solidFill>
                  <a:srgbClr val="000000"/>
                </a:solidFill>
              </a:rPr>
              <a:t>Eğitim Programları</a:t>
            </a:r>
            <a:endParaRPr lang="en-US" sz="3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0"/>
            <a:ext cx="9144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000" dirty="0">
                <a:solidFill>
                  <a:srgbClr val="000000"/>
                </a:solidFill>
              </a:rPr>
              <a:t>Yenilenebilir Enerji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0" y="914400"/>
            <a:ext cx="91440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Rüzgar Enerjisi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0" y="1231900"/>
            <a:ext cx="91440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Güneş Enerjisi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0"/>
            <a:ext cx="9144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000" dirty="0">
                <a:solidFill>
                  <a:srgbClr val="000000"/>
                </a:solidFill>
              </a:rPr>
              <a:t>Rüzgar Enerjisi</a:t>
            </a:r>
            <a:endParaRPr lang="en-US" sz="3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0"/>
            <a:ext cx="9144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000" dirty="0">
                <a:solidFill>
                  <a:srgbClr val="000000"/>
                </a:solidFill>
              </a:rPr>
              <a:t>Güneş Enerjisi</a:t>
            </a:r>
            <a:endParaRPr lang="en-US" sz="3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0"/>
            <a:ext cx="9144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000" dirty="0">
                <a:solidFill>
                  <a:srgbClr val="000000"/>
                </a:solidFill>
              </a:rPr>
              <a:t>Geri Dönüşüm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0" y="914400"/>
            <a:ext cx="91440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Elektronik Atık Yönetimi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0" y="1231900"/>
            <a:ext cx="91440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Cam, Kağıt ve Plastik Geri Dönüşümü</a:t>
            </a:r>
            <a:endParaRPr lang="en-US" sz="15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0"/>
            <a:ext cx="9144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000" dirty="0">
                <a:solidFill>
                  <a:srgbClr val="000000"/>
                </a:solidFill>
              </a:rPr>
              <a:t>Elektronik Atık Yönetimi</a:t>
            </a:r>
            <a:endParaRPr lang="en-US" sz="3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0"/>
            <a:ext cx="9144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000" dirty="0">
                <a:solidFill>
                  <a:srgbClr val="000000"/>
                </a:solidFill>
              </a:rPr>
              <a:t>Cam, Kağıt ve Plastik Geri Dönüşümü</a:t>
            </a:r>
            <a:endParaRPr lang="en-US" sz="3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0"/>
            <a:ext cx="9144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000" dirty="0">
                <a:solidFill>
                  <a:srgbClr val="000000"/>
                </a:solidFill>
              </a:rPr>
              <a:t>Sonuç ve Değerlendirme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0" y="914400"/>
            <a:ext cx="91440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Eylem Planı Özeti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0" y="1231900"/>
            <a:ext cx="91440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Gelecek Nesillere Etkisi</a:t>
            </a:r>
            <a:endParaRPr lang="en-US" sz="15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0"/>
            <a:ext cx="9144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000" dirty="0">
                <a:solidFill>
                  <a:srgbClr val="000000"/>
                </a:solidFill>
              </a:rPr>
              <a:t>Eylem Planı Özeti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0" y="914400"/>
            <a:ext cx="91440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Toplumsal İşbirliği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0" y="1231900"/>
            <a:ext cx="91440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Plotikalar ve Yaptırımlar</a:t>
            </a:r>
            <a:endParaRPr lang="en-US" sz="15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0"/>
            <a:ext cx="9144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000" dirty="0">
                <a:solidFill>
                  <a:srgbClr val="000000"/>
                </a:solidFill>
              </a:rPr>
              <a:t>Toplumsal İşbirliği</a:t>
            </a:r>
            <a:endParaRPr lang="en-US" sz="3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0"/>
            <a:ext cx="9144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000" dirty="0">
                <a:solidFill>
                  <a:srgbClr val="000000"/>
                </a:solidFill>
              </a:rPr>
              <a:t>Plotikalar ve Yaptırımlar</a:t>
            </a:r>
            <a:endParaRPr lang="en-US" sz="3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0"/>
            <a:ext cx="9144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000" dirty="0">
                <a:solidFill>
                  <a:srgbClr val="000000"/>
                </a:solidFill>
              </a:rPr>
              <a:t>Gelecek Nesillere Etkisi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0" y="914400"/>
            <a:ext cx="91440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İklim Değişikliği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0" y="1231900"/>
            <a:ext cx="91440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Biyoçeşitlilik Kaybı</a:t>
            </a:r>
            <a:endParaRPr lang="en-US" sz="15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0"/>
            <a:ext cx="9144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000" dirty="0">
                <a:solidFill>
                  <a:srgbClr val="000000"/>
                </a:solidFill>
              </a:rPr>
              <a:t>İklim Değişikliği</a:t>
            </a:r>
            <a:endParaRPr lang="en-US" sz="3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0"/>
            <a:ext cx="9144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000" dirty="0">
                <a:solidFill>
                  <a:srgbClr val="000000"/>
                </a:solidFill>
              </a:rPr>
              <a:t>Biyoçeşitlilik Kaybı</a:t>
            </a:r>
            <a:endParaRPr lang="en-US" sz="3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0"/>
            <a:ext cx="9144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000" dirty="0">
                <a:solidFill>
                  <a:srgbClr val="000000"/>
                </a:solidFill>
              </a:rPr>
              <a:t>Ek Öneriler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0" y="914400"/>
            <a:ext cx="91440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Uluslararası İşbirliği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0" y="1231900"/>
            <a:ext cx="91440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Yeşil Teknolojiler</a:t>
            </a:r>
            <a:endParaRPr lang="en-US" sz="15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0"/>
            <a:ext cx="9144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000" dirty="0">
                <a:solidFill>
                  <a:srgbClr val="000000"/>
                </a:solidFill>
              </a:rPr>
              <a:t>Uluslararası İşbirliği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0" y="914400"/>
            <a:ext cx="91440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Fon ve Destekler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0" y="1231900"/>
            <a:ext cx="91440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Küresel Anlaşmalar</a:t>
            </a:r>
            <a:endParaRPr lang="en-US" sz="15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0"/>
            <a:ext cx="9144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000" dirty="0">
                <a:solidFill>
                  <a:srgbClr val="000000"/>
                </a:solidFill>
              </a:rPr>
              <a:t>Fon ve Destekler</a:t>
            </a:r>
            <a:endParaRPr lang="en-US" sz="3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0"/>
            <a:ext cx="9144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000" dirty="0">
                <a:solidFill>
                  <a:srgbClr val="000000"/>
                </a:solidFill>
              </a:rPr>
              <a:t>Küresel Anlaşmalar</a:t>
            </a:r>
            <a:endParaRPr lang="en-US" sz="3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0"/>
            <a:ext cx="9144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000" dirty="0">
                <a:solidFill>
                  <a:srgbClr val="000000"/>
                </a:solidFill>
              </a:rPr>
              <a:t>Yeşil Teknolojiler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0" y="914400"/>
            <a:ext cx="91440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Elektrikli Araçlar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0" y="1231900"/>
            <a:ext cx="91440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Enerji Verimliliği</a:t>
            </a:r>
            <a:endParaRPr lang="en-US" sz="15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0"/>
            <a:ext cx="9144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000" dirty="0">
                <a:solidFill>
                  <a:srgbClr val="000000"/>
                </a:solidFill>
              </a:rPr>
              <a:t>Elektrikli Araçlar</a:t>
            </a:r>
            <a:endParaRPr lang="en-US" sz="3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0"/>
            <a:ext cx="9144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000" dirty="0">
                <a:solidFill>
                  <a:srgbClr val="000000"/>
                </a:solidFill>
              </a:rPr>
              <a:t>Enerji Verimliliği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46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</vt:vector>
  </TitlesOfParts>
  <Company>AYOA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çevre kirliliği</dc:title>
  <dc:subject>çevre kirliliği</dc:subject>
  <dc:creator/>
  <cp:lastModifiedBy/>
  <cp:revision>1</cp:revision>
  <dcterms:created xsi:type="dcterms:W3CDTF">2026-03-16T07:48:06Z</dcterms:created>
  <dcterms:modified xsi:type="dcterms:W3CDTF">2026-03-16T07:48:06Z</dcterms:modified>
</cp:coreProperties>
</file>